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平均价格 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平均价格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 / 淘宝</c:v>
                </c:pt>
                <c:pt idx="1">
                  <c:v>B / 京东</c:v>
                </c:pt>
                <c:pt idx="2">
                  <c:v>C / 抖音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120.5</c:v>
                </c:pt>
                <c:pt idx="1">
                  <c:v>98.2</c:v>
                </c:pt>
                <c:pt idx="2">
                  <c:v>156.0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品牌价格对比测试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58368"/>
            <a:ext cx="8183879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A1B4CC"/>
                </a:solidFill>
                <a:latin typeface="Microsoft YaHei"/>
              </a:rPr>
              <a:t>验证导出 PPT 是否包含 Office 原生图表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658368"/>
            <a:ext cx="2971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80" b="0">
                <a:solidFill>
                  <a:srgbClr val="2DD4BF"/>
                </a:solidFill>
                <a:latin typeface="Microsoft YaHei"/>
              </a:rPr>
              <a:t>Presenton AI PPT 生成 ·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545836" cy="621792"/>
          </a:xfrm>
          <a:prstGeom prst="roundRect">
            <a:avLst/>
          </a:prstGeom>
          <a:solidFill>
            <a:srgbClr val="12344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  <a:p>
            <a:r>
              <a:rPr sz="850" b="0">
                <a:solidFill>
                  <a:srgbClr val="A1B4CC"/>
                </a:solidFill>
                <a:latin typeface="Microsoft YaHei"/>
              </a:rPr>
              <a:t>返回行数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8484" y="1078992"/>
            <a:ext cx="5545836" cy="621792"/>
          </a:xfrm>
          <a:prstGeom prst="roundRect">
            <a:avLst/>
          </a:prstGeom>
          <a:solidFill>
            <a:srgbClr val="12344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  <a:p>
            <a:r>
              <a:rPr sz="850" b="0">
                <a:solidFill>
                  <a:srgbClr val="A1B4CC"/>
                </a:solidFill>
                <a:latin typeface="Microsoft YaHei"/>
              </a:rPr>
              <a:t>字段数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4892040" cy="1234440"/>
          </a:xfrm>
          <a:prstGeom prst="roundRect">
            <a:avLst/>
          </a:prstGeom>
          <a:solidFill>
            <a:srgbClr val="0E283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50" b="1">
                <a:solidFill>
                  <a:srgbClr val="2DD4BF"/>
                </a:solidFill>
                <a:latin typeface="Microsoft YaHei"/>
              </a:rPr>
              <a:t>叙事主线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04288"/>
            <a:ext cx="458114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19" b="0">
                <a:solidFill>
                  <a:srgbClr val="EBF4FF"/>
                </a:solidFill>
                <a:latin typeface="Microsoft YaHei"/>
              </a:rPr>
              <a:t>• 测试数据包含数值列，应该生成柱状图。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91840"/>
            <a:ext cx="4892040" cy="1115568"/>
          </a:xfrm>
          <a:prstGeom prst="roundRect">
            <a:avLst/>
          </a:prstGeom>
          <a:solidFill>
            <a:srgbClr val="0E283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50" b="1">
                <a:solidFill>
                  <a:srgbClr val="2DD4BF"/>
                </a:solidFill>
                <a:latin typeface="Microsoft YaHei"/>
              </a:rPr>
              <a:t>端到端表达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703320"/>
            <a:ext cx="4581144" cy="6126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19" b="0">
                <a:solidFill>
                  <a:srgbClr val="EBF4FF"/>
                </a:solidFill>
                <a:latin typeface="Microsoft YaHei"/>
              </a:rPr>
              <a:t>该页用于验证导出的 pptx 是否带可编辑图表和表格。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72000"/>
            <a:ext cx="4892040" cy="1207008"/>
          </a:xfrm>
          <a:prstGeom prst="roundRect">
            <a:avLst/>
          </a:prstGeom>
          <a:solidFill>
            <a:srgbClr val="0E283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681728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50" b="1">
                <a:solidFill>
                  <a:srgbClr val="2DD4BF"/>
                </a:solidFill>
                <a:latin typeface="Microsoft YaHei"/>
              </a:rPr>
              <a:t>成稿动作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956048"/>
            <a:ext cx="4581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19" b="0">
                <a:solidFill>
                  <a:srgbClr val="EBF4FF"/>
                </a:solidFill>
                <a:latin typeface="Microsoft YaHei"/>
              </a:rPr>
              <a:t>• 重新导出后检查第一页右侧图表。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856231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50" b="1">
                <a:solidFill>
                  <a:srgbClr val="2DD4BF"/>
                </a:solidFill>
                <a:latin typeface="Microsoft YaHei"/>
              </a:rPr>
              <a:t>Office 原生图表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623560" y="2103120"/>
          <a:ext cx="6035040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669280" y="4224528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50" b="1">
                <a:solidFill>
                  <a:srgbClr val="2DD4BF"/>
                </a:solidFill>
                <a:latin typeface="Microsoft YaHei"/>
              </a:rPr>
              <a:t>可编辑数据表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23560" y="4462272"/>
          <a:ext cx="6035037" cy="171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79"/>
                <a:gridCol w="2011679"/>
                <a:gridCol w="2011679"/>
              </a:tblGrid>
              <a:tr h="429768">
                <a:tc>
                  <a:txBody>
                    <a:bodyPr lIns="36576" rIns="36576" tIns="27432" bIns="27432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Microsoft YaHei"/>
                        </a:rPr>
                        <a:t>BrandName</a:t>
                      </a:r>
                    </a:p>
                  </a:txBody>
                  <a:tcPr>
                    <a:solidFill>
                      <a:srgbClr val="12344F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Microsoft YaHei"/>
                        </a:rPr>
                        <a:t>平台</a:t>
                      </a:r>
                    </a:p>
                  </a:txBody>
                  <a:tcPr>
                    <a:solidFill>
                      <a:srgbClr val="12344F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Microsoft YaHei"/>
                        </a:rPr>
                        <a:t>平均价格</a:t>
                      </a:r>
                    </a:p>
                  </a:txBody>
                  <a:tcPr>
                    <a:solidFill>
                      <a:srgbClr val="12344F"/>
                    </a:solidFill>
                  </a:tcPr>
                </a:tc>
              </a:tr>
              <a:tr h="429768"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淘宝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120.50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</a:tr>
              <a:tr h="429768"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>
                    <a:solidFill>
                      <a:srgbClr val="0E283F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京东</a:t>
                      </a:r>
                    </a:p>
                  </a:txBody>
                  <a:tcPr>
                    <a:solidFill>
                      <a:srgbClr val="0E283F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98.20</a:t>
                      </a:r>
                    </a:p>
                  </a:txBody>
                  <a:tcPr>
                    <a:solidFill>
                      <a:srgbClr val="0E283F"/>
                    </a:solidFill>
                  </a:tcPr>
                </a:tc>
              </a:tr>
              <a:tr h="429768"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抖音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156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02920" y="6446520"/>
            <a:ext cx="11201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20" b="0">
                <a:solidFill>
                  <a:srgbClr val="A1B4CC"/>
                </a:solidFill>
                <a:latin typeface="Microsoft YaHei"/>
              </a:rPr>
              <a:t>Slide 1 | session=sess_chart_test | query=query_chart_test | scheme=Presenton AI PPT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