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sldIdLst>
    <p:sldId id="257" r:id="rId1"/>
  </p:sldIdLst>
  <p:sldSz cx="9144000" cy="6858000" type="screen4x3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AndBod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t>汇报结论：ArticleNo vs BrandCode对比分析</a:t>
            </a:r>
          </a:p>
        </p:txBody>
      </p:sp>
      <p:sp>
        <p:nvSpPr>
          <p:cNvPr id="3" name="Content 1"/>
          <p:cNvSpPr txBox="1"/>
          <p:nvPr>
            <p:ph type="body" idx="1"/>
          </p:nvPr>
        </p:nvSpPr>
        <p:spPr>
          <a:xfrm>
            <a:off x="457200" y="1600200"/>
            <a:ext cx="8229600" cy="4572000"/>
          </a:xfrm>
        </p:spPr>
        <p:txBody>
          <a:bodyPr wrap="square"/>
          <a:lstStyle/>
          <a:p>
            <a:r>
              <a:t>方案：管理汇报版</a:t>
            </a:r>
          </a:p>
          <a:p>
            <a:r>
              <a:t/>
            </a:r>
          </a:p>
          <a:p>
            <a:r>
              <a:t>页型：comparison</a:t>
            </a:r>
          </a:p>
          <a:p>
            <a:r>
              <a:t/>
            </a:r>
          </a:p>
          <a:p>
            <a:r>
              <a:t>副标题：验证汇报产物按历史会话生成</a:t>
            </a:r>
          </a:p>
          <a:p>
            <a:r>
              <a:t/>
            </a:r>
          </a:p>
          <a:p>
            <a:r>
              <a:t>图表：table</a:t>
            </a:r>
          </a:p>
          <a:p>
            <a:r>
              <a:t/>
            </a:r>
          </a:p>
          <a:p>
            <a:r>
              <a:t>关键数据点：</a:t>
            </a:r>
          </a:p>
          <a:p>
            <a:r>
              <a:t/>
            </a:r>
          </a:p>
          <a:p>
            <a:r>
              <a:t>• 返回行数: 10</a:t>
            </a:r>
          </a:p>
          <a:p>
            <a:r>
              <a:t>• 预览行数: 10</a:t>
            </a:r>
          </a:p>
          <a:p>
            <a:r>
              <a:t>• 字段数: 83</a:t>
            </a:r>
          </a:p>
          <a:p>
            <a:r>
              <a:t>• Id 最大: 19,969,264</a:t>
            </a:r>
          </a:p>
          <a:p>
            <a:r>
              <a:t>• Id 均值: 19,969,264</a:t>
            </a:r>
          </a:p>
          <a:p>
            <a:r>
              <a:t/>
            </a:r>
          </a:p>
          <a:p>
            <a:r>
              <a:t>关键发现：</a:t>
            </a:r>
          </a:p>
          <a:p>
            <a:r>
              <a:t/>
            </a:r>
          </a:p>
          <a:p>
            <a:r>
              <a:t>• 本轮结果来自 SQL Agent 直连 MySQL：dataservice_test_local</a:t>
            </a:r>
          </a:p>
          <a:p>
            <a:r>
              <a:t/>
            </a:r>
          </a:p>
          <a:p>
            <a:r>
              <a:t>叙述：</a:t>
            </a:r>
          </a:p>
          <a:p>
            <a:r>
              <a:t/>
            </a:r>
          </a:p>
          <a:p>
            <a:r>
              <a:t>本页面向管理汇报，围绕“验证汇报产物按历史会话生成”提炼核心结论。 当前结果来自 query query_8f065482e4，建议以 table 图表达主结论。</a:t>
            </a:r>
          </a:p>
          <a:p>
            <a:r>
              <a:t/>
            </a:r>
          </a:p>
          <a:p>
            <a:r>
              <a:t>建议：</a:t>
            </a:r>
          </a:p>
          <a:p>
            <a:r>
              <a:t/>
            </a:r>
          </a:p>
          <a:p>
            <a:r>
              <a:t>• 确认主结论是否符合业务预期</a:t>
            </a:r>
          </a:p>
          <a:p>
            <a:r>
              <a:t>• 补充关键品牌/平台对比</a:t>
            </a:r>
          </a:p>
          <a:p>
            <a:r>
              <a:t>• 生成下一页原因分析或行动建议</a:t>
            </a:r>
          </a:p>
          <a:p>
            <a:r>
              <a:t/>
            </a:r>
          </a:p>
          <a:p>
            <a:r>
              <a:t>来源：session=sess_95737d59e9; query=query_8f065482e4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beTheme">
  <a:themeElements>
    <a:clrScheme name="Vibe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9333EA"/>
      </a:accent3>
      <a:accent4>
        <a:srgbClr val="EA580C"/>
      </a:accent4>
      <a:accent5>
        <a:srgbClr val="DC2626"/>
      </a:accent5>
      <a:accent6>
        <a:srgbClr val="16A34A"/>
      </a:accent6>
      <a:hlink>
        <a:srgbClr val="2563EB"/>
      </a:hlink>
      <a:folHlink>
        <a:srgbClr val="7C3AED"/>
      </a:folHlink>
    </a:clrScheme>
    <a:fontScheme name="Vibe">
      <a:majorFont>
        <a:latin typeface="Aptos"/>
      </a:majorFont>
      <a:minorFont>
        <a:latin typeface="Aptos"/>
      </a:minorFont>
    </a:fontScheme>
    <a:fmtScheme name="Vibe">
      <a:fillStyleLst/>
      <a:lnStyleLst/>
      <a:effectStyleLst/>
      <a:bgFillStyleLst/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Vibe Data Analysis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Deck for 验证汇报产物按历史会话生成</dc:title>
  <dc:creator>Vibe Data Analysis</dc:creator>
</cp:coreProperties>
</file>