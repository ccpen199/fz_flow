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本页展示品牌与场景标签的对比分析结果。数据通过SQL Agent直连数据库提取，共52条记录，包含品牌、平台及销售价三个核心字段，确保分析结果真实可追溯。当前重点在于揭示不同品牌在各类场景下的定价策略差异，为后续运营决策提供支持。接下来将基于此数据生成完整的PPTX文件，并对图表布局与信息层级进行优化，确保汇报清晰专业。请注意关注异常价格分布和平台间价差较大的案例，这些将是下阶段深入分析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4271" y="1971913"/>
            <a:ext cx="4853939" cy="3033712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0797" y="1678022"/>
            <a:ext cx="5024674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vs 场景标签对比分析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797" y="4332520"/>
            <a:ext cx="5005624" cy="966995"/>
          </a:xfrm>
          <a:prstGeom prst="roundRect">
            <a:avLst>
              <a:gd name="adj" fmla="val 78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797" y="3308642"/>
            <a:ext cx="5024674" cy="7963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基于SQL直连数据库分析各品牌在不同平台的销售价差异，数据涵盖52条记录及3个核心字段，来源可追溯。下一步将生成PPTX并优化版式。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548" y="4569529"/>
            <a:ext cx="1156692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数据分析团队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548" y="4834979"/>
            <a:ext cx="1156692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2026-05-09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7805" y="4588490"/>
            <a:ext cx="455055" cy="455057"/>
          </a:xfrm>
          <a:prstGeom prst="roundRect">
            <a:avLst>
              <a:gd name="adj" fmla="val 49999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9490" y="4702254"/>
            <a:ext cx="170734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797" y="3043193"/>
            <a:ext cx="758428" cy="37921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