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基于MySQL数据源，对各品牌在不同平台的销售价格进行了系统性分析。重点聚焦品牌与场景标签之间的表现差异，识别出多个关键业务洞察。数据显示，部分品牌在特定场景下存在显著溢价能力，而另一些品牌则表现出跨平台价格趋同特征。这些差异背后涉及用户定位、渠道策略与促销机制等多重因素。接下来将展示具体数据证据链路，包括原始数据提取逻辑、清洗规则及可视化分析路径。建议后续针对高潜力场景标签优化定价策略，并加强品牌与场景匹配度评估机制。所有图表均采用可编辑格式，便于进一步调整与深化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4271" y="1971913"/>
            <a:ext cx="4853939" cy="3033712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0797" y="1810747"/>
            <a:ext cx="5024674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vs 场景标签对比分析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797" y="4199795"/>
            <a:ext cx="5005624" cy="966995"/>
          </a:xfrm>
          <a:prstGeom prst="roundRect">
            <a:avLst>
              <a:gd name="adj" fmla="val 78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797" y="3441367"/>
            <a:ext cx="5024674" cy="53089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基于MySQL数据源分析各品牌在不同平台的销售价差异，提炼核心发现与业务洞察，明确后续行动建议。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548" y="4436804"/>
            <a:ext cx="1247199" cy="265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Presenton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548" y="4702254"/>
            <a:ext cx="1247199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2026-05-09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7805" y="4455765"/>
            <a:ext cx="455055" cy="455057"/>
          </a:xfrm>
          <a:prstGeom prst="roundRect">
            <a:avLst>
              <a:gd name="adj" fmla="val 49999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2086" y="4569529"/>
            <a:ext cx="225544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797" y="3175917"/>
            <a:ext cx="758428" cy="37921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