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的是基于MySQL数据源的品牌与场景标签价格对比分析。数据显示，不同品牌之间的销售均价存在明显差异，其中品牌C在高端场景标签上的布局最为积极，带动其整体均价领先。值得注意的是，“旗舰”和“智能互联”等场景标签带来了显著的价格溢出效应，平均溢价达到18%。这一结论来源于对订单表、商品信息表及标签映射表的多表关联分析。当前数据链路完整，建议后续在营销端加强对高价值场景标签的曝光资源倾斜，并结合A/B测试验证转化效果。同时提醒运营团队关注品牌B的定价竞争力，避免因定位模糊导致市场份额流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34850" cy="6825853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428" y="303371"/>
            <a:ext cx="7299960" cy="1137642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品牌与场景标签价格对比分析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42709" y="4324225"/>
            <a:ext cx="3033712" cy="1519226"/>
          </a:xfrm>
          <a:prstGeom prst="roundRect">
            <a:avLst>
              <a:gd name="adj" fmla="val 1003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42709" y="982401"/>
            <a:ext cx="3033712" cy="1519226"/>
          </a:xfrm>
          <a:prstGeom prst="roundRect">
            <a:avLst>
              <a:gd name="adj" fmla="val 1003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42709" y="2653313"/>
            <a:ext cx="3033712" cy="1519226"/>
          </a:xfrm>
          <a:prstGeom prst="roundRect">
            <a:avLst>
              <a:gd name="adj" fmla="val 1003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428" y="1592699"/>
            <a:ext cx="7299960" cy="492978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基于MySQL数据源分析各品牌在主流电商平台的销售价差异，聚焦品牌与场景标签的价格表现，输出结构化结论以支持决策制定。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0237" y="4968889"/>
            <a:ext cx="2597706" cy="64703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建议针对高转化场景标签进行精准营销，并动态调整库存与定价模型，提升整体毛利率。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0237" y="1627065"/>
            <a:ext cx="2597706" cy="64703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带有“旗舰”、“智能互联”标签的产品均价高出普通款18%，证明场景化定位可有效支撑定价策略。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0237" y="3297977"/>
            <a:ext cx="2597706" cy="647033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品牌C均价最高，较最低品牌B高出15%，主要集中在高附加值场景布局，数据链路来自MySQL订单与商品标签表关联分析。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7373" y="4570714"/>
            <a:ext cx="2066806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下一步：优化标签投放策略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7373" y="1228890"/>
            <a:ext cx="1725513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高端场景标签溢价显著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7373" y="2899802"/>
            <a:ext cx="1356075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品牌间价差达15%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0237" y="2880841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70237" y="4551753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70237" y="1209929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55d1d4b0-42f5-4931-9734-1035adc678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119" y="1272589"/>
            <a:ext cx="189607" cy="189607"/>
          </a:xfrm>
          <a:prstGeom prst="rect">
            <a:avLst/>
          </a:prstGeom>
        </p:spPr>
      </p:pic>
      <p:pic>
        <p:nvPicPr>
          <p:cNvPr id="18" name="Picture 17" descr="3e1905c4-5c6e-4bac-9c43-cb4fbe3386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119" y="2943501"/>
            <a:ext cx="189607" cy="189607"/>
          </a:xfrm>
          <a:prstGeom prst="rect">
            <a:avLst/>
          </a:prstGeom>
        </p:spPr>
      </p:pic>
      <p:pic>
        <p:nvPicPr>
          <p:cNvPr id="19" name="Picture 18" descr="35d397c3-aa54-4c3d-b9eb-c6c47de4508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119" y="4614413"/>
            <a:ext cx="189607" cy="189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