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汇报首页，概述本次分析的核心目标：通过MySQL数据源，对比不同品牌在各平台上的销售价格表现，结合场景标签挖掘定价策略差异。所有数据均来自系统直连，确保来源真实可靠。接下来将依次展示关键发现、数据证据及建议动作。请关注品牌间价差的显著性及其背后的运营逻辑，特别是高端品牌在垂直渠道的溢价能力。汇报采用可编辑图表与表格呈现，便于会后进一步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4271" y="1971913"/>
            <a:ext cx="4853939" cy="3033712"/>
          </a:xfrm>
          <a:prstGeom prst="roundRect">
            <a:avLst>
              <a:gd name="adj" fmla="val 5023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0797" y="1678022"/>
            <a:ext cx="5024674" cy="113764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 vs 场景标签对比分析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797" y="4332520"/>
            <a:ext cx="5005624" cy="966995"/>
          </a:xfrm>
          <a:prstGeom prst="roundRect">
            <a:avLst>
              <a:gd name="adj" fmla="val 788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70797" y="3308642"/>
            <a:ext cx="5024674" cy="7963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基于MySQL数据源分析各品牌在不同平台的销售价差异，提炼核心发现与业务洞察，明确后续行动建议。数据链路可追溯，结论支撑管理决策。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548" y="4569529"/>
            <a:ext cx="1247199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Presenton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548" y="4834979"/>
            <a:ext cx="1247199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2026-05-09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7805" y="4588490"/>
            <a:ext cx="455055" cy="455057"/>
          </a:xfrm>
          <a:prstGeom prst="roundRect">
            <a:avLst>
              <a:gd name="adj" fmla="val 49999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2086" y="4702254"/>
            <a:ext cx="225544" cy="22752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797" y="3043193"/>
            <a:ext cx="758428" cy="37921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