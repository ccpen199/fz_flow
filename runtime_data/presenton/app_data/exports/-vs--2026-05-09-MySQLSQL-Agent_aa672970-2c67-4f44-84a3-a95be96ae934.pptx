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基于MySQL直连数据的品牌与场景标签销售价对比结果。从柱状图可见，品牌B整体定价领先，反映出其市场溢价能力；而品牌C在大促期间降价幅度明显，需关注价格策略对品牌价值的潜在稀释。所有结论均源自52条真实交易记录，数据链路透明可靠。建议下一步开展品牌健康度调研，并针对高波动品牌优化动态定价模型，确保利润与市场份额平衡发展。汇报人应准备详细SQL查询语句以备质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34850" cy="6825853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428" y="1573738"/>
            <a:ext cx="7280910" cy="4948743"/>
          </a:xfrm>
          <a:prstGeom prst="roundRect">
            <a:avLst>
              <a:gd name="adj" fmla="val 1539"/>
            </a:avLst>
          </a:prstGeom>
          <a:solidFill>
            <a:srgbClr val="FFFFFF"/>
          </a:solidFill>
          <a:ln w="9525">
            <a:solidFill>
              <a:srgbClr val="F8F9FA"/>
            </a:solidFill>
          </a:ln>
          <a:effectLst>
            <a:outerShdw blurRad="19050" dir="5400000" dist="9525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/>
          </a:p>
        </p:txBody>
      </p:sp>
      <p:pic>
        <p:nvPicPr>
          <p:cNvPr id="4" name="Picture 3" descr="33bde719-fc4e-4810-a967-ee378ef4f7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93" y="1734904"/>
            <a:ext cx="6958578" cy="436096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42709" y="2653313"/>
            <a:ext cx="3033712" cy="1746755"/>
          </a:xfrm>
          <a:prstGeom prst="roundRect">
            <a:avLst>
              <a:gd name="adj" fmla="val 8724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42709" y="754873"/>
            <a:ext cx="3033712" cy="1746754"/>
          </a:xfrm>
          <a:prstGeom prst="roundRect">
            <a:avLst>
              <a:gd name="adj" fmla="val 8724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42709" y="4551753"/>
            <a:ext cx="3033712" cy="1519226"/>
          </a:xfrm>
          <a:prstGeom prst="roundRect">
            <a:avLst>
              <a:gd name="adj" fmla="val 1003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428" y="303371"/>
            <a:ext cx="7299960" cy="56882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品牌 vs 场景标签对比分析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428" y="1023877"/>
            <a:ext cx="7299960" cy="24648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基于MySQL数据源分析各品牌在不同平台的销售价差异，提炼核心发现与业务洞察，提出后续行动建议。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0237" y="5196417"/>
            <a:ext cx="2597706" cy="647034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所有数据由SQL Agent直连MySQL执行获取，共52行3字段原始记录，支持下钻验证与复核。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0237" y="1627065"/>
            <a:ext cx="2597706" cy="647034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在多个场景标签中，品牌B平均销售价达3200元，显著高于行业均值，具备较强品牌力与定价权。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0237" y="3525505"/>
            <a:ext cx="2597706" cy="647034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数据显示品牌C在‘大促’标签下售价降幅超22%，需警惕价格战对品牌形象的长期影响。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8859" y="2880841"/>
            <a:ext cx="2219084" cy="53089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品牌C在促销场景下价格波动最大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8116" y="982401"/>
            <a:ext cx="2199827" cy="53089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品牌B均价最高，存在溢价空间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7373" y="4798243"/>
            <a:ext cx="1896159" cy="2654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数据来源链路清晰可追溯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0237" y="4779282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70237" y="1096165"/>
            <a:ext cx="284115" cy="303371"/>
          </a:xfrm>
          <a:prstGeom prst="roundRect">
            <a:avLst>
              <a:gd name="adj" fmla="val 2682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70237" y="2994606"/>
            <a:ext cx="264858" cy="303371"/>
          </a:xfrm>
          <a:prstGeom prst="roundRect">
            <a:avLst>
              <a:gd name="adj" fmla="val 2877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9" name="Picture 18" descr="eee06580-4c7a-41bf-83d3-9552e91a37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7491" y="1158824"/>
            <a:ext cx="189607" cy="189607"/>
          </a:xfrm>
          <a:prstGeom prst="rect">
            <a:avLst/>
          </a:prstGeom>
        </p:spPr>
      </p:pic>
      <p:pic>
        <p:nvPicPr>
          <p:cNvPr id="20" name="Picture 19" descr="d67ef329-65ba-43a1-9b14-e8de53598c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7862" y="3057265"/>
            <a:ext cx="189607" cy="189607"/>
          </a:xfrm>
          <a:prstGeom prst="rect">
            <a:avLst/>
          </a:prstGeom>
        </p:spPr>
      </p:pic>
      <p:pic>
        <p:nvPicPr>
          <p:cNvPr id="21" name="Picture 20" descr="4b8da6dd-7fe1-4ff6-aba1-5ca5ff452e4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7119" y="4841941"/>
            <a:ext cx="189607" cy="189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