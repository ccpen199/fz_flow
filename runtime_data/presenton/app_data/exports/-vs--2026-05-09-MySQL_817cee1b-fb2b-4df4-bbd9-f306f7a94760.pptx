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品牌与场景标签在不同平台的价格对比分析结果。数据来源于MySQL数据库，覆盖主要销售渠道的销售价格记录。分析发现，高端品牌在‘旗舰款’场景下平均售价高出市场均值23%，而平价品牌在‘促销款’标签中价格集中度显著上升。建议进一步结合库存与转化率数据，评估定价策略的有效性。下一步将联动市场部门，针对高潜力场景优化产品组合与定价模型，提升整体毛利率。所有图表均为可编辑格式，便于后续动态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4271" y="1971913"/>
            <a:ext cx="4853939" cy="3033712"/>
          </a:xfrm>
          <a:prstGeom prst="roundRect">
            <a:avLst>
              <a:gd name="adj" fmla="val 5023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0797" y="1678022"/>
            <a:ext cx="5024674" cy="1137642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品牌与场景标签价格对比分析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70797" y="4332520"/>
            <a:ext cx="5005624" cy="966995"/>
          </a:xfrm>
          <a:prstGeom prst="roundRect">
            <a:avLst>
              <a:gd name="adj" fmla="val 788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9050" dir="5400000" dist="9525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70797" y="3308642"/>
            <a:ext cx="5024674" cy="7963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0">
                <a:solidFill>
                  <a:srgbClr val="4B5563"/>
                </a:solidFill>
                <a:latin typeface="Poppins"/>
              </a:rPr>
              <a:t>基于MySQL数据源，分析各品牌在不同平台的销售价差异，聚焦品牌与场景标签维度的价格分布特征，识别关键波动因素，支持管理决策。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14548" y="4569529"/>
            <a:ext cx="1037150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1">
                <a:solidFill>
                  <a:srgbClr val="111827"/>
                </a:solidFill>
                <a:latin typeface="Poppins"/>
              </a:defRPr>
            </a:pPr>
            <a:r>
              <a:rPr i="0" sz="1500" b="1">
                <a:solidFill>
                  <a:srgbClr val="111827"/>
                </a:solidFill>
                <a:latin typeface="Poppins"/>
              </a:rPr>
              <a:t>张伟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14548" y="4834979"/>
            <a:ext cx="1037150" cy="227528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2026年5月9日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7805" y="4588490"/>
            <a:ext cx="455055" cy="455057"/>
          </a:xfrm>
          <a:prstGeom prst="roundRect">
            <a:avLst>
              <a:gd name="adj" fmla="val 49999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9490" y="4702254"/>
            <a:ext cx="170734" cy="227528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1">
                <a:solidFill>
                  <a:srgbClr val="FFFFFF"/>
                </a:solidFill>
                <a:latin typeface="Poppins"/>
              </a:defRPr>
            </a:pPr>
            <a:r>
              <a:rPr i="0" sz="1200" b="1">
                <a:solidFill>
                  <a:srgbClr val="FFFFFF"/>
                </a:solidFill>
                <a:latin typeface="Poppins"/>
              </a:rPr>
              <a:t>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797" y="3043193"/>
            <a:ext cx="758428" cy="37921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